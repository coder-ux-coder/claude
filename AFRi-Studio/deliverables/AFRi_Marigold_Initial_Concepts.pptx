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4181D"/>
                </a:solidFill>
              </a:defRPr>
            </a:pPr>
            <a:r>
              <a:t>AFRi Marigold Accessory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A6672"/>
                </a:solidFill>
              </a:defRPr>
            </a:pPr>
            <a:r>
              <a:t>Initial Concepts - Stage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672"/>
                </a:solidFill>
              </a:defRPr>
            </a:pPr>
            <a:r>
              <a:t>Provisional concepts. AFRi reference material was not available, so colours, proportions and construction are studio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D"/>
                </a:solidFill>
              </a:defRPr>
            </a:pPr>
            <a:r>
              <a:t>Concept A Balanced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672"/>
                </a:solidFill>
              </a:defRPr>
            </a:pPr>
            <a:r>
              <a:t>A clear, near-symmetric division. The dividing line reads as a single confident stroke across the rosette.</a:t>
            </a:r>
          </a:p>
        </p:txBody>
      </p:sp>
      <p:pic>
        <p:nvPicPr>
          <p:cNvPr id="4" name="Picture 3" descr="01_complete_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Assembled flower</a:t>
            </a:r>
          </a:p>
        </p:txBody>
      </p:sp>
      <p:pic>
        <p:nvPicPr>
          <p:cNvPr id="6" name="Picture 5" descr="02_separated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39319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The two components, separated</a:t>
            </a:r>
          </a:p>
        </p:txBody>
      </p:sp>
      <p:pic>
        <p:nvPicPr>
          <p:cNvPr id="8" name="Picture 7" descr="05_split_close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93192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Detail of the division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D"/>
                </a:solidFill>
              </a:defRPr>
            </a:pPr>
            <a:r>
              <a:t>Concept B S River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672"/>
                </a:solidFill>
              </a:defRPr>
            </a:pPr>
            <a:r>
              <a:t>The client's priority concept: a flowing S-shaped, river-inspired separation with an editable curve.</a:t>
            </a:r>
          </a:p>
        </p:txBody>
      </p:sp>
      <p:pic>
        <p:nvPicPr>
          <p:cNvPr id="4" name="Picture 3" descr="01_complete_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Assembled flower</a:t>
            </a:r>
          </a:p>
        </p:txBody>
      </p:sp>
      <p:pic>
        <p:nvPicPr>
          <p:cNvPr id="6" name="Picture 5" descr="02_separated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39319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The two components, separated</a:t>
            </a:r>
          </a:p>
        </p:txBody>
      </p:sp>
      <p:pic>
        <p:nvPicPr>
          <p:cNvPr id="8" name="Picture 7" descr="05_split_close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93192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Detail of the division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D"/>
                </a:solidFill>
              </a:defRPr>
            </a:pPr>
            <a:r>
              <a:t>Concept C Organic Asymmetric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672"/>
                </a:solidFill>
              </a:defRPr>
            </a:pPr>
            <a:r>
              <a:t>An expressive, irregular division that wanders with the petal arrangement. The two pieces are deliberately unequal.</a:t>
            </a:r>
          </a:p>
        </p:txBody>
      </p:sp>
      <p:pic>
        <p:nvPicPr>
          <p:cNvPr id="4" name="Picture 3" descr="01_complete_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Assembled flower</a:t>
            </a:r>
          </a:p>
        </p:txBody>
      </p:sp>
      <p:pic>
        <p:nvPicPr>
          <p:cNvPr id="6" name="Picture 5" descr="02_separated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39319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The two components, separated</a:t>
            </a:r>
          </a:p>
        </p:txBody>
      </p:sp>
      <p:pic>
        <p:nvPicPr>
          <p:cNvPr id="8" name="Picture 7" descr="05_split_close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93192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672"/>
                </a:solidFill>
              </a:defRPr>
            </a:pPr>
            <a:r>
              <a:t>Detail of the division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D"/>
                </a:solidFill>
              </a:defRPr>
            </a:pPr>
            <a:r>
              <a:t>The three concepts side by side</a:t>
            </a:r>
          </a:p>
        </p:txBody>
      </p:sp>
      <p:pic>
        <p:nvPicPr>
          <p:cNvPr id="3" name="Picture 2" descr="01_complete_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A6672"/>
                </a:solidFill>
              </a:defRPr>
            </a:pPr>
            <a:r>
              <a:t>Concept A Balanced Split</a:t>
            </a:r>
          </a:p>
        </p:txBody>
      </p:sp>
      <p:pic>
        <p:nvPicPr>
          <p:cNvPr id="5" name="Picture 4" descr="01_complete_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A6672"/>
                </a:solidFill>
              </a:defRPr>
            </a:pPr>
            <a:r>
              <a:t>Concept B S River Split</a:t>
            </a:r>
          </a:p>
        </p:txBody>
      </p:sp>
      <p:pic>
        <p:nvPicPr>
          <p:cNvPr id="7" name="Picture 6" descr="01_complete_fl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A6672"/>
                </a:solidFill>
              </a:defRPr>
            </a:pPr>
            <a:r>
              <a:t>Concept C Organic Asymmetric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D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181D"/>
                </a:solidFill>
              </a:defRPr>
            </a:pPr>
            <a:r>
              <a:t>1. Select a preferred concept, or a combination.</a:t>
            </a:r>
            <a:br/>
            <a:r>
              <a:t>2. Share AFRi reference material so the provisional assumptions can be replaced.</a:t>
            </a:r>
            <a:br/>
            <a:r>
              <a:t>3. Confirm the intended finished size and material.</a:t>
            </a:r>
            <a:br/>
            <a:r>
              <a:t>4. Authorise the hat stage: placing the approved flower on the brim and designing the attachment.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A6672"/>
                </a:solidFill>
              </a:defRPr>
            </a:pPr>
            <a:r>
              <a:t>The hat is not modelled and no attachment has been designed. Manufacturing feasibility has not been assessed.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